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739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608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20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864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55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056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363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25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1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44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6996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43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497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01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684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75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F4D59-360B-4C21-B846-7AF28AAF9FB0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59746-F506-4FF1-BD9D-6AFA321C57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013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C3C7B-B500-2CBD-68E1-BD7ABDA50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6946" y="0"/>
            <a:ext cx="9001462" cy="2929860"/>
          </a:xfrm>
        </p:spPr>
        <p:txBody>
          <a:bodyPr/>
          <a:lstStyle/>
          <a:p>
            <a:r>
              <a:rPr lang="ja-JP" altLang="en-US" b="1" dirty="0">
                <a:solidFill>
                  <a:schemeClr val="tx2">
                    <a:lumMod val="75000"/>
                  </a:schemeClr>
                </a:solidFill>
              </a:rPr>
              <a:t>名前</a:t>
            </a:r>
            <a:r>
              <a:rPr lang="en-US" altLang="ja-JP" dirty="0">
                <a:solidFill>
                  <a:schemeClr val="tx2">
                    <a:lumMod val="75000"/>
                  </a:schemeClr>
                </a:solidFill>
              </a:rPr>
              <a:t>: </a:t>
            </a:r>
            <a:r>
              <a:rPr lang="ja-JP" altLang="en-US" b="1" dirty="0">
                <a:solidFill>
                  <a:schemeClr val="tx2">
                    <a:lumMod val="75000"/>
                  </a:schemeClr>
                </a:solidFill>
              </a:rPr>
              <a:t>ラハマンモメヌル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CB781D-6B3E-C1B1-9FF8-0AE4EB23A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11013"/>
            <a:ext cx="9144000" cy="1818968"/>
          </a:xfrm>
        </p:spPr>
        <p:txBody>
          <a:bodyPr>
            <a:normAutofit fontScale="77500" lnSpcReduction="20000"/>
          </a:bodyPr>
          <a:lstStyle/>
          <a:p>
            <a:r>
              <a:rPr lang="ja-JP" altLang="en-US" sz="48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学科</a:t>
            </a:r>
            <a:r>
              <a:rPr lang="en-US" altLang="ja-JP" sz="4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: AI2</a:t>
            </a:r>
          </a:p>
          <a:p>
            <a:r>
              <a:rPr lang="ja-JP" altLang="en-US" sz="4800" b="1" u="sng" dirty="0">
                <a:solidFill>
                  <a:srgbClr val="00B0F0"/>
                </a:solidFill>
              </a:rPr>
              <a:t>テーマ</a:t>
            </a:r>
            <a:r>
              <a:rPr lang="en-US" altLang="ja-JP" sz="4800" b="1" u="sng" dirty="0">
                <a:solidFill>
                  <a:srgbClr val="00B0F0"/>
                </a:solidFill>
              </a:rPr>
              <a:t>:</a:t>
            </a:r>
            <a:br>
              <a:rPr lang="ja-JP" altLang="en-US" sz="4000" u="sng" dirty="0"/>
            </a:br>
            <a:r>
              <a:rPr lang="ja-JP" altLang="en-US" sz="4000" b="1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バングラデシュの歴史・観光地・バングラデシュ料理</a:t>
            </a:r>
            <a:endParaRPr lang="en-US" altLang="ja-JP" sz="4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35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wipe/>
      </p:transition>
    </mc:Choice>
    <mc:Fallback xmlns="">
      <p:transition spd="slow">
        <p:wip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7D5DF-4335-AD16-64E6-6F3FC7C60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963561"/>
            <a:ext cx="10353761" cy="1326321"/>
          </a:xfrm>
        </p:spPr>
        <p:txBody>
          <a:bodyPr/>
          <a:lstStyle/>
          <a:p>
            <a:r>
              <a:rPr lang="ja-JP" altLang="en-US" sz="3200" b="1" dirty="0">
                <a:solidFill>
                  <a:srgbClr val="FFFF00"/>
                </a:solidFill>
              </a:rPr>
              <a:t>バングラデシュの紹介</a:t>
            </a:r>
            <a:endParaRPr lang="en-US" sz="3200" b="1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78B3D-68EC-1C3D-6A1F-41F9DFE9AC41}"/>
              </a:ext>
            </a:extLst>
          </p:cNvPr>
          <p:cNvSpPr txBox="1"/>
          <p:nvPr/>
        </p:nvSpPr>
        <p:spPr>
          <a:xfrm>
            <a:off x="1533833" y="2428568"/>
            <a:ext cx="915383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dirty="0">
                <a:solidFill>
                  <a:srgbClr val="00B0F0"/>
                </a:solidFill>
              </a:rPr>
              <a:t>バングラデシュは南アジアに位置</a:t>
            </a:r>
            <a:r>
              <a:rPr lang="en-US" altLang="ja-JP" sz="3600" dirty="0">
                <a:solidFill>
                  <a:srgbClr val="00B0F0"/>
                </a:solidFill>
              </a:rPr>
              <a:t>(</a:t>
            </a:r>
            <a:r>
              <a:rPr lang="ja-JP" altLang="en-US" sz="3600" dirty="0">
                <a:solidFill>
                  <a:srgbClr val="00B0F0"/>
                </a:solidFill>
              </a:rPr>
              <a:t>いち</a:t>
            </a:r>
            <a:r>
              <a:rPr lang="en-US" altLang="ja-JP" sz="3600" dirty="0">
                <a:solidFill>
                  <a:srgbClr val="00B0F0"/>
                </a:solidFill>
              </a:rPr>
              <a:t>)</a:t>
            </a:r>
            <a:br>
              <a:rPr lang="ja-JP" altLang="en-US" sz="3600" dirty="0"/>
            </a:br>
            <a:r>
              <a:rPr lang="ja-JP" altLang="en-US" sz="3600" dirty="0">
                <a:solidFill>
                  <a:srgbClr val="00B0F0"/>
                </a:solidFill>
              </a:rPr>
              <a:t>する国で、首都</a:t>
            </a:r>
            <a:r>
              <a:rPr lang="en-US" altLang="ja-JP" sz="3600" dirty="0">
                <a:solidFill>
                  <a:srgbClr val="00B0F0"/>
                </a:solidFill>
              </a:rPr>
              <a:t>(</a:t>
            </a:r>
            <a:r>
              <a:rPr lang="ja-JP" altLang="en-US" sz="3600" dirty="0">
                <a:solidFill>
                  <a:srgbClr val="00B0F0"/>
                </a:solidFill>
              </a:rPr>
              <a:t>しゅと</a:t>
            </a:r>
            <a:r>
              <a:rPr lang="en-US" altLang="ja-JP" sz="3600" dirty="0">
                <a:solidFill>
                  <a:srgbClr val="00B0F0"/>
                </a:solidFill>
              </a:rPr>
              <a:t>)</a:t>
            </a:r>
            <a:r>
              <a:rPr lang="ja-JP" altLang="en-US" sz="3600" dirty="0">
                <a:solidFill>
                  <a:srgbClr val="00B0F0"/>
                </a:solidFill>
              </a:rPr>
              <a:t>はダッカです。</a:t>
            </a:r>
            <a:r>
              <a:rPr lang="en-US" altLang="ja-JP" sz="3600" dirty="0">
                <a:solidFill>
                  <a:srgbClr val="00B0F0"/>
                </a:solidFill>
              </a:rPr>
              <a:t>1971</a:t>
            </a:r>
            <a:r>
              <a:rPr lang="ja-JP" altLang="en-US" sz="3600" dirty="0">
                <a:solidFill>
                  <a:srgbClr val="00B0F0"/>
                </a:solidFill>
              </a:rPr>
              <a:t>年に独立しました。美しい自然やおいしい料理、そして世界最長のビーチの一つで知られています。人々はとても温かく親しみやすい国です。</a:t>
            </a:r>
            <a:endParaRPr lang="en-US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95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wipe/>
      </p:transition>
    </mc:Choice>
    <mc:Fallback xmlns=""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00851-10D1-7A3C-6AE8-2A03E1C41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altLang="ja-JP" dirty="0">
                <a:solidFill>
                  <a:srgbClr val="00B0F0"/>
                </a:solidFill>
              </a:rPr>
              <a:t>		</a:t>
            </a:r>
            <a:r>
              <a:rPr lang="ja-JP" altLang="en-US" dirty="0">
                <a:solidFill>
                  <a:srgbClr val="00B0F0"/>
                </a:solidFill>
              </a:rPr>
              <a:t>テーマは</a:t>
            </a:r>
            <a:r>
              <a:rPr lang="en-US" altLang="ja-JP" dirty="0">
                <a:solidFill>
                  <a:srgbClr val="00B0F0"/>
                </a:solidFill>
              </a:rPr>
              <a:t>3</a:t>
            </a:r>
            <a:r>
              <a:rPr lang="ja-JP" altLang="en-US" dirty="0">
                <a:solidFill>
                  <a:srgbClr val="00B0F0"/>
                </a:solidFill>
              </a:rPr>
              <a:t>つのパートに分かれます</a:t>
            </a:r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070763-F841-9592-EBB4-802EB71BFE9A}"/>
              </a:ext>
            </a:extLst>
          </p:cNvPr>
          <p:cNvSpPr txBox="1"/>
          <p:nvPr/>
        </p:nvSpPr>
        <p:spPr>
          <a:xfrm>
            <a:off x="540381" y="2099553"/>
            <a:ext cx="103537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600" b="1" dirty="0">
                <a:solidFill>
                  <a:srgbClr val="00B0F0"/>
                </a:solidFill>
              </a:rPr>
              <a:t>	1.</a:t>
            </a:r>
            <a:r>
              <a:rPr lang="ja-JP" altLang="en-US" sz="3600" b="1" dirty="0">
                <a:solidFill>
                  <a:srgbClr val="00B0F0"/>
                </a:solidFill>
              </a:rPr>
              <a:t>バングラデシュの歴史</a:t>
            </a:r>
            <a:endParaRPr lang="en-US" altLang="ja-JP" sz="3600" b="1" dirty="0">
              <a:solidFill>
                <a:srgbClr val="00B0F0"/>
              </a:solidFill>
            </a:endParaRPr>
          </a:p>
          <a:p>
            <a:pPr algn="ctr"/>
            <a:r>
              <a:rPr lang="en-US" altLang="ja-JP" sz="3600" b="1" dirty="0">
                <a:solidFill>
                  <a:srgbClr val="00B0F0"/>
                </a:solidFill>
              </a:rPr>
              <a:t>		2.</a:t>
            </a:r>
            <a:r>
              <a:rPr lang="ja-JP" altLang="en-US" sz="3600" b="1" dirty="0">
                <a:solidFill>
                  <a:srgbClr val="00B0F0"/>
                </a:solidFill>
              </a:rPr>
              <a:t>バングラデシュの観光地</a:t>
            </a:r>
            <a:endParaRPr lang="en-US" altLang="ja-JP" sz="3600" b="1" dirty="0">
              <a:solidFill>
                <a:srgbClr val="00B0F0"/>
              </a:solidFill>
            </a:endParaRPr>
          </a:p>
          <a:p>
            <a:pPr algn="ctr"/>
            <a:r>
              <a:rPr lang="en-US" altLang="ja-JP" sz="3600" b="1" dirty="0">
                <a:solidFill>
                  <a:srgbClr val="00B0F0"/>
                </a:solidFill>
              </a:rPr>
              <a:t>		3.</a:t>
            </a:r>
            <a:r>
              <a:rPr lang="ja-JP" altLang="en-US" sz="3600" b="1" dirty="0">
                <a:solidFill>
                  <a:srgbClr val="00B0F0"/>
                </a:solidFill>
              </a:rPr>
              <a:t>バングラデシュの食べ物</a:t>
            </a:r>
            <a:endParaRPr lang="en-US" sz="3600" b="1" dirty="0">
              <a:solidFill>
                <a:srgbClr val="00B0F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D964DE-025F-3ED3-E005-B8CECCF5619A}"/>
              </a:ext>
            </a:extLst>
          </p:cNvPr>
          <p:cNvSpPr txBox="1"/>
          <p:nvPr/>
        </p:nvSpPr>
        <p:spPr>
          <a:xfrm>
            <a:off x="1479346" y="4591664"/>
            <a:ext cx="9222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FFFF00"/>
                </a:solidFill>
              </a:rPr>
              <a:t>すべての情報は</a:t>
            </a:r>
            <a:r>
              <a:rPr lang="en-US" altLang="ja-JP" sz="2400" b="1" dirty="0">
                <a:solidFill>
                  <a:srgbClr val="FFFF00"/>
                </a:solidFill>
              </a:rPr>
              <a:t>HTML</a:t>
            </a:r>
            <a:r>
              <a:rPr lang="ja-JP" altLang="en-US" sz="2400" b="1" dirty="0">
                <a:solidFill>
                  <a:srgbClr val="FFFF00"/>
                </a:solidFill>
              </a:rPr>
              <a:t>サイトで表示します。サイトのデザインを少し整えるために</a:t>
            </a:r>
            <a:r>
              <a:rPr lang="en-US" altLang="ja-JP" sz="2400" b="1" dirty="0">
                <a:solidFill>
                  <a:srgbClr val="FFFF00"/>
                </a:solidFill>
              </a:rPr>
              <a:t>CSS</a:t>
            </a:r>
            <a:r>
              <a:rPr lang="ja-JP" altLang="en-US" sz="2400" b="1" dirty="0">
                <a:solidFill>
                  <a:srgbClr val="FFFF00"/>
                </a:solidFill>
              </a:rPr>
              <a:t>も使用しました。</a:t>
            </a:r>
            <a:endParaRPr lang="en-US" sz="2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29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wipe/>
      </p:transition>
    </mc:Choice>
    <mc:Fallback xmlns=""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7A30D-F86D-5642-7AA2-57B199BB5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4002" y="1108092"/>
            <a:ext cx="10353762" cy="3695136"/>
          </a:xfrm>
        </p:spPr>
        <p:txBody>
          <a:bodyPr/>
          <a:lstStyle/>
          <a:p>
            <a:pPr marL="0" indent="0">
              <a:buNone/>
            </a:pPr>
            <a:r>
              <a:rPr lang="ja-JP" altLang="en-US" sz="3600" b="1" dirty="0">
                <a:solidFill>
                  <a:srgbClr val="00B0F0"/>
                </a:solidFill>
              </a:rPr>
              <a:t>サイトには コーディングの </a:t>
            </a:r>
            <a:r>
              <a:rPr lang="en-US" altLang="ja-JP" sz="3600" b="1" dirty="0">
                <a:solidFill>
                  <a:srgbClr val="00B0F0"/>
                </a:solidFill>
              </a:rPr>
              <a:t>2 </a:t>
            </a:r>
            <a:r>
              <a:rPr lang="ja-JP" altLang="en-US" sz="3600" b="1" dirty="0">
                <a:solidFill>
                  <a:srgbClr val="00B0F0"/>
                </a:solidFill>
              </a:rPr>
              <a:t>つの部分があります</a:t>
            </a:r>
            <a:endParaRPr lang="en-US" altLang="ja-JP" sz="36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altLang="ja-JP" sz="3600" b="1" dirty="0">
                <a:solidFill>
                  <a:srgbClr val="00B0F0"/>
                </a:solidFill>
              </a:rPr>
              <a:t>				</a:t>
            </a:r>
            <a:r>
              <a:rPr lang="en-US" altLang="ja-JP" sz="3600" b="1" dirty="0">
                <a:solidFill>
                  <a:srgbClr val="FFFF00"/>
                </a:solidFill>
              </a:rPr>
              <a:t>1.HTML</a:t>
            </a:r>
          </a:p>
          <a:p>
            <a:pPr marL="0" indent="0">
              <a:buNone/>
            </a:pPr>
            <a:r>
              <a:rPr lang="en-US" altLang="ja-JP" sz="3600" b="1" dirty="0">
                <a:solidFill>
                  <a:srgbClr val="00B0F0"/>
                </a:solidFill>
              </a:rPr>
              <a:t>				</a:t>
            </a:r>
            <a:r>
              <a:rPr lang="en-US" altLang="ja-JP" sz="3600" b="1" dirty="0">
                <a:solidFill>
                  <a:srgbClr val="FFFF00"/>
                </a:solidFill>
              </a:rPr>
              <a:t>2.CSS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001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wipe/>
      </p:transition>
    </mc:Choice>
    <mc:Fallback xmlns=""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E7B885-FF3E-FA38-272E-495036ACE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13" y="120461"/>
            <a:ext cx="4817806" cy="642052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6833BD-1133-75E4-6397-C39BF84517DB}"/>
              </a:ext>
            </a:extLst>
          </p:cNvPr>
          <p:cNvSpPr txBox="1"/>
          <p:nvPr/>
        </p:nvSpPr>
        <p:spPr>
          <a:xfrm>
            <a:off x="1214284" y="2207344"/>
            <a:ext cx="18238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>
                    <a:lumMod val="50000"/>
                  </a:schemeClr>
                </a:solidFill>
              </a:rPr>
              <a:t>HTML</a:t>
            </a:r>
            <a:r>
              <a:rPr lang="ja-JP" altLang="en-US" sz="3200" b="1" dirty="0">
                <a:solidFill>
                  <a:schemeClr val="tx2">
                    <a:lumMod val="50000"/>
                  </a:schemeClr>
                </a:solidFill>
              </a:rPr>
              <a:t>サイトの　画像</a:t>
            </a:r>
            <a:endParaRPr lang="en-US" sz="32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481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wipe/>
      </p:transition>
    </mc:Choice>
    <mc:Fallback xmlns=""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30588C-7FB7-E714-36C3-6A13D6392C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078" y="1111799"/>
            <a:ext cx="10563843" cy="5602633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AFD4D1-898A-8D3B-07F9-52D44CEDAD62}"/>
              </a:ext>
            </a:extLst>
          </p:cNvPr>
          <p:cNvSpPr txBox="1"/>
          <p:nvPr/>
        </p:nvSpPr>
        <p:spPr>
          <a:xfrm>
            <a:off x="3983421" y="588579"/>
            <a:ext cx="3605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b="1" dirty="0">
                <a:solidFill>
                  <a:srgbClr val="FFFF00"/>
                </a:solidFill>
              </a:rPr>
              <a:t>HTML</a:t>
            </a:r>
            <a:r>
              <a:rPr lang="ja-JP" altLang="en-US" sz="2800" b="1" dirty="0">
                <a:solidFill>
                  <a:srgbClr val="FFFF00"/>
                </a:solidFill>
              </a:rPr>
              <a:t>コード</a:t>
            </a:r>
            <a:endParaRPr lang="en-US" sz="28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45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wipe/>
      </p:transition>
    </mc:Choice>
    <mc:Fallback xmlns=""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9D36C6F-7F2F-30AB-819D-74F59CEDEE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59" y="1396183"/>
            <a:ext cx="11612481" cy="480381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8462F6-BD04-20FD-B77A-D12D751843F2}"/>
              </a:ext>
            </a:extLst>
          </p:cNvPr>
          <p:cNvSpPr txBox="1"/>
          <p:nvPr/>
        </p:nvSpPr>
        <p:spPr>
          <a:xfrm>
            <a:off x="3625560" y="482025"/>
            <a:ext cx="480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3200" b="1" dirty="0">
                <a:solidFill>
                  <a:srgbClr val="FFFF00"/>
                </a:solidFill>
              </a:rPr>
              <a:t>CSS</a:t>
            </a:r>
            <a:r>
              <a:rPr lang="ja-JP" altLang="en-US" sz="3200" b="1" dirty="0">
                <a:solidFill>
                  <a:srgbClr val="FFFF00"/>
                </a:solidFill>
              </a:rPr>
              <a:t>コード</a:t>
            </a:r>
            <a:endParaRPr lang="en-US" sz="3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0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:wipe/>
      </p:transition>
    </mc:Choice>
    <mc:Fallback xmlns=""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33D621-9272-0B99-C377-F745FAB60CCE}"/>
              </a:ext>
            </a:extLst>
          </p:cNvPr>
          <p:cNvSpPr txBox="1"/>
          <p:nvPr/>
        </p:nvSpPr>
        <p:spPr>
          <a:xfrm>
            <a:off x="1755058" y="1559608"/>
            <a:ext cx="8681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400" dirty="0">
                <a:solidFill>
                  <a:srgbClr val="FFFF00"/>
                </a:solidFill>
              </a:rPr>
              <a:t>ご清聴ありがとうございました</a:t>
            </a:r>
            <a:endParaRPr lang="en-US" sz="4400" dirty="0">
              <a:solidFill>
                <a:srgbClr val="FFFF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C2FED9-89A3-D8E9-821F-8F4073BBF5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290" y="3142020"/>
            <a:ext cx="4547419" cy="292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10303"/>
      </p:ext>
    </p:extLst>
  </p:cSld>
  <p:clrMapOvr>
    <a:masterClrMapping/>
  </p:clrMapOvr>
  <p:transition spd="slow">
    <p:randomBar dir="vert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122</TotalTime>
  <Words>328</Words>
  <Application>Microsoft Office PowerPoint</Application>
  <PresentationFormat>Widescreen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Rockwell</vt:lpstr>
      <vt:lpstr>Damask</vt:lpstr>
      <vt:lpstr>名前: ラハマンモメヌル</vt:lpstr>
      <vt:lpstr>バングラデシュの紹介</vt:lpstr>
      <vt:lpstr>  テーマは3つのパートに分かれます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Momenoor Rahman</dc:creator>
  <cp:lastModifiedBy>Momenoor Rahman</cp:lastModifiedBy>
  <cp:revision>6</cp:revision>
  <dcterms:created xsi:type="dcterms:W3CDTF">2025-01-30T01:53:10Z</dcterms:created>
  <dcterms:modified xsi:type="dcterms:W3CDTF">2025-02-27T23:14:37Z</dcterms:modified>
</cp:coreProperties>
</file>